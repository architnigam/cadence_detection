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Protecting personal data in Cadence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Local extraction, detection, redaction and verification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Case Study 2 | 10-15-minute stakeholder walkthrough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14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The requirement and supplied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9 organizational slides: directory, charts and RACI contacts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35 scanned policy pages: prose, tables and screenshots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Training DOCX: 16 tables and 41 media entries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Targets: preserve ≥80% structure/context; approach complete PII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Functional solution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7168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78608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7096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Extract / 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Detect PII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Mask spans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Verify /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87D79"/>
                </a:solidFill>
                <a:latin typeface="Calibri"/>
              </a:defRPr>
            </a:pPr>
            <a:r>
              <a:t>Completed checks → sanitized plain-text export</a:t>
            </a:r>
          </a:p>
          <a:p>
            <a:pPr>
              <a:defRPr sz="2500" b="1">
                <a:solidFill>
                  <a:srgbClr val="087D79"/>
                </a:solidFill>
                <a:latin typeface="Calibri"/>
              </a:defRPr>
            </a:pPr>
            <a:r>
              <a:t>Missing, uncertain or residual content → quarantine and local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Technical architecture and local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81051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Local upload + session checks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web.py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8848" y="181051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File checks + manifest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validator.py / runtime.py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81051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PDF / OOXML + local OCR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PDFium / Tesseract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52044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368503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NER + contextual recognizers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spaCy / comprehensive.py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52044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368503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Union spans + stable tokens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redactor.py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Rescan + completeness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gate.py + known spans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3566E"/>
                </a:solidFill>
                <a:latin typeface="Calibri"/>
              </a:defRPr>
            </a:pPr>
            <a:r>
              <a:t>Normalized blocks + source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D79"/>
                </a:solidFill>
                <a:latin typeface="Calibri"/>
              </a:defRPr>
            </a:pPr>
            <a:r>
              <a:t>Pass → checked plain-text export | otherwise → quarantine + local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3566E"/>
                </a:solidFill>
                <a:latin typeface="Calibri"/>
              </a:defRPr>
            </a:pPr>
            <a:r>
              <a:t>Document-local workers and mappings; public audit reports contain counts and locations.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Extraction logic and source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Use native text where available; OCR page images and embedded media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Preserve ordered blocks, table indices, source paths and word boxes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Convert supported SVG and Windows EMF locally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Incomplete OCR or unsupported content becomes a review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PII detection and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14 text categories, including names, identifiers and financial references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Combine local NER with context, validators and document-local aliases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Count repeated mentions; preserve exact Unicode offsets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Keep business dates, control IDs and currency as negative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Redaction and release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Validate spans; mask unions of overlaps from right to left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Use stable typed placeholders within each document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Rescan output and verify known original spans were removed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Block export on incomplete extraction, missing model or unresolved PII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Reliable outcomes: evidence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Regression suite: 288 passed / 288 run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Supplied synthetic text fixture: 18/18 exact matches, no false positives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Real files are processed; OCR review can legitimately block export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Full-source PII recall and ≥80% structure require adjudicated source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Live walkthrough: the actual upload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Start: python scripts/run_app.py --port 8765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Upload an actual PPTX, PDF or DOCX and follow stage progress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Inspect counts, locations, masked text and OCR warnings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Show checked-text export for approved jobs and blocked export for review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Team handoff and final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Person 1: lifecycle and architecture | Person 2: extraction evidence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Person 3: recognizers | Person 4: release behavior and UI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Person 5: independent scoring and presentation evidence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Text-only output; visual PII and uncertain scans remain a review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Cadence Case Study 2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